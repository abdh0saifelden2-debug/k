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punchline: the most common turbulence closure isn't a law, it's the zero-memory limit of something exact — and that's both why it fails and how to fix it. Keep it warm; promise one clean idea, one decisive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an audio 'de-reverb' slider: handy for a phone call, fatal for measuring the room. The question of this talk is: what exactly does the closure delete, and can we put it back? Pause after the analogy and let it land before the formal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one equation of the talk, in words. The true unresolved force depends on the whole history of the flow through a Mori-Zwanzig memory kernel. Down-gradient K-theory keeps only the present instant — it collapses that kernel to a spike. State it, don't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error isn't mysterious; it's governed by a single dimensionless ratio: memory time over the resolved timescale. When that ratio is tiny, K-theory is exact; when it's order one, the closure is wrong by a predictable amount. This converts a vague worry into a number you can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is not a fudge factor. We keep the kernel (a non-local-in-time eddy viscosity) and restore its reactive part through a projected fluctuation-dissipation relation — which brings back backscatter, energy flowing back up to large scales. Net eddy viscosity can even go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slow down on. It's an a-priori test against the exact filtered force — not a tuned fit. The projection is exact to 1e-16, the kernel equals the eliminated channel's Green's function to 1e-18, and the reduced model tracks the full trajectory to 1e-8. The memory is necessary to get the interior peak. This is a structural identity, not a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last point that makes it useful: the memory clock is the same regardless of which scalar you advect, and it inverts for a mean transport speed. So it's a physical handle, not a bookkeeping device — something you could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and quick: verified a-priori and in proxies, not yet in a full 3-D solver; that's the next step, not a hidden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plane. One sentence: when a down-gradient model fails, it's because the memory number isn't small — and we can put the memory (and its backscatter) back, verified. Point them to the public code and the companion relationships NR1, NR13, NR15, NR23.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788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Single-eddy-diffusivity closure is the Markovian collapse of a memory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3B73"/>
                </a:solidFill>
                <a:latin typeface="Calibri"/>
              </a:rPr>
              <a:t>The story in one line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E232B"/>
                </a:solidFill>
                <a:latin typeface="Calibri"/>
              </a:rPr>
              <a:t>Turbulence models close the small scales with a simple down-gradient rule AND that's convenient, BUT the rule secretly erases the flow's memory, THEREFORE we show it is the memoryless limit of an exact memory kernel — and put the memory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C66"/>
                </a:solidFill>
                <a:latin typeface="Calibri"/>
              </a:rPr>
              <a:t>Presenter: [your name] · [affiliation] · [ORCID]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code &amp; data: github.com/oss2444/K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Think of an echo-cancelling app that erases a room's reverb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100" b="0" i="1">
                <a:solidFill>
                  <a:srgbClr val="1E232B"/>
                </a:solidFill>
                <a:latin typeface="Calibri"/>
              </a:rPr>
              <a:t>A down-gradient closure is like an app that smooths away a room's echo in real time.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It works beautifully — until the echo IS the signal you cared about.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Turbulence has a memory (an echo in time). The standard closure quietly deletes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F3B73"/>
                </a:solidFill>
                <a:latin typeface="Calibri"/>
              </a:rPr>
              <a:t>The closure deletes the flow's memory. This talk is about that deleted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standard closure replaces an exact memory integral with a single instant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555C66"/>
                </a:solidFill>
                <a:latin typeface="Calibri"/>
              </a:rPr>
              <a:t>K-theory is the Markovian-delta projection of an exact, non-local, causal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∫ K(t−s)·(s) ds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exact: a memory integral over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K(0)·(t)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K-theory: only the present instant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memory → 0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 approximation that's usually 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How wrong it is, is set by one number — a memory (Deborah)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De = τ_c / τ_event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memory time ÷ resolved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error ∝ De^(p+1)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a Chapman–Enskog / Knudsen ladder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De → 0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 only limit where K-theory is 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repair keeps the memory and restores the backscatter the closure threw away</a:t>
            </a:r>
          </a:p>
        </p:txBody>
      </p:sp>
      <p:pic>
        <p:nvPicPr>
          <p:cNvPr id="5" name="Picture 4" descr="h3_cmn_reduc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1530"/>
            <a:ext cx="6766560" cy="26063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F3B73"/>
                </a:solidFill>
                <a:latin typeface="Calibri"/>
              </a:rPr>
              <a:t>non-local ∫K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memory restored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F3B73"/>
                </a:solidFill>
                <a:latin typeface="Calibri"/>
              </a:rPr>
              <a:t>Re Z &lt; 0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backscatter restored (projected FDT)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F3B73"/>
                </a:solidFill>
                <a:latin typeface="Calibri"/>
              </a:rPr>
              <a:t>∫K can be &lt; 0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net negative eddy viscosity →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Kernel-based reduced model (CMN) tracking the full trajectory.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decisive test: the repaired kernel reproduces the exact subgrid force to round-off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5×10⁻¹⁶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MZ projection exact 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7×10⁻¹⁸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kernel = Green's function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9×10⁻⁸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full trajectory reproduced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1B7F37"/>
                </a:solidFill>
                <a:latin typeface="Calibri"/>
              </a:rPr>
              <a:t>VERIFIED  —  a-priori against the exact force; certified to round-off, not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memory time is a real, measurable property of the flow — not of the tracer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one τ_c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sets kernel cutoff AND coupling roll-off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scalar-independent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a property of the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inverts for V̄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a measurable handle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What is verified, what is falsified, what is still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566160" cy="457200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3566160" cy="3840480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MZ structure of the kernel (round-off)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Error ∝ De^(p+1) ladder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Backscatter via projected FDT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1-D + 2-D advection / plume proxy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737360"/>
            <a:ext cx="3566160" cy="457200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FALSIFIED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194560"/>
            <a:ext cx="3566160" cy="3840480"/>
          </a:xfrm>
          <a:prstGeom prst="rect">
            <a:avLst/>
          </a:prstGeom>
          <a:solidFill>
            <a:srgbClr val="F8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Down-gradient K-theory as a universal law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(1+CV²)-type local enhancement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737360"/>
            <a:ext cx="3566160" cy="457200"/>
          </a:xfrm>
          <a:prstGeom prst="rect">
            <a:avLst/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2194560"/>
            <a:ext cx="3566160" cy="3840480"/>
          </a:xfrm>
          <a:prstGeom prst="rect">
            <a:avLst/>
          </a:prstGeom>
          <a:solidFill>
            <a:srgbClr val="F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Full 3-D turbulent ice-flow solver test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In-situ field calibration of τ_c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takeaway: closure failure is a memory problem, and memory is repairable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memory number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tells you WHEN it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projected MZ kernel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tells you HOW to fix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F3B73"/>
                </a:solidFill>
                <a:latin typeface="Calibri"/>
              </a:rPr>
              <a:t>public + reproducible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github.com/oss2444/K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1 · MZ closure repair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