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stance, not the results: the field is full of plausible stories about water under the ice; we made three concrete predictions and put each on trial against open data. Promise honesty — one is verified twice, one is falsified, one is an honest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talks show you only the bets they won. The discipline here is that we report all three the same way. That's what makes them forecasts and not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bet one simply. Define a dimensionless number, RTN, that compares the ocean's pressure at the bed to the subglacial water pressure. When it exceeds one, the ocean can push in. It's a door that only opens when the outside pressure wins. The prediction is directional: this should cluster at grounding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 one, first dataset. On real Antarctic geometry the RTN&gt;1 cells sit a median six kilometres from the grounding line; everything else is two hundred-plus kilometres away. The signal decays monotonically inland. Show the map; let them see the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trust. We rerun on BedMachine v4 — a completely independent thickness inversion — and get the same decay and the same fractions. The two thickness maps agree at r equals 0.97, and the loader tests pass. One dataset is a claim; two is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 two, and we lose it cleanly. The natural hypothesis is that ice-stream surges lag the water forcing by the time heat diffuses through the ice. On 131 real lakes that time is 150,000 years; observed lags are months. It's off by ten thousands. A thick ice slab simply can't feel a fast pulse — and saying so out loud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falsification is productive: it tells us where the memory lives. The cavity-to-channel hydraulic system has a linear response that is an exact Mori-Zwanzig memory kernel — the same structure certified in Paper 1, here to one part in 10^18. So we replaced a wrong clock with a right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 three: test the lag directly on satellite data. We get no significant signal — peak half a sigma, zero of five events. But this isn't a quiet failure: the cause is temporal aliasing, the real lag is sub-annual and the data is quarterly. The fix is named: sub-annual GPS or fast-outlet velocity. An honest null, not a swept-under-the-rug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constructive payoff. There's a closed-form effective-pressure 'master curve' for sliding, verified to 1e-4, that you can probe three independent ways — drainage steps, ocean-thermal gating, and ocean tides — and invert for the flotation threshold to a few percent. It even gives an ungrounding early-warning.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on a real number. The tidal probe needs a forcing amplitude — and we measure it from the CATS2008 tide model across the BedMachine grounding zone, not assume it. The tidal pressure swing is 0.3% of the ice overburden, growing toward the grounding line. Eleven hundred valid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all three outcomes on one slide — verified, falsified, open — because that even-handedness is the contribution. Don't hide the red column; point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whole talk: we made three falsifiable forecasts on open data, won one twice, lost one cleanly, and turned an honest null into a concrete next measurement — plus a field-readable sliding law and an ungrounding early-warning. Everything is public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729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Falsifiable forecasts for subglacial hydrology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45A32"/>
                </a:solidFill>
                <a:latin typeface="Calibri"/>
              </a:rPr>
              <a:t>The story in one line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E232B"/>
                </a:solidFill>
                <a:latin typeface="Calibri"/>
              </a:rPr>
              <a:t>Subglacial water drives the ice AND we have predictions, BUT most aren't checkable on real data, THEREFORE we make three and hold each to verify-or-falsify on open Antarctic data — including the one we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C66"/>
                </a:solidFill>
                <a:latin typeface="Calibri"/>
              </a:rPr>
              <a:t>Presenter: [your name] · [affiliation] · [ORCID]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code &amp; data: github.com/oss2444/K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Three bets on the ice — and we show our hand on every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1">
                <a:solidFill>
                  <a:srgbClr val="1E232B"/>
                </a:solidFill>
                <a:latin typeface="Calibri"/>
              </a:rPr>
              <a:t>We make three predictions about water under the ice, and we test each on open data.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One we verify — twice, on two independent datasets. One we falsify outright.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One comes back an honest null — and we can say exactly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45A32"/>
                </a:solidFill>
                <a:latin typeface="Calibri"/>
              </a:rPr>
              <a:t>A forecast you can't lose isn't a forecast. Here are three we could lose.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Ocean water should intrude grounded ice exactly where ocean pressure beats the water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C66"/>
                </a:solidFill>
                <a:latin typeface="Calibri"/>
              </a:rPr>
              <a:t>A 'door that opens only when the outside pressure wins.'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RTN = (p_ocean − p_atm) / p_w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ocean head vs subglacial water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RTN &gt; 1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ocean can intrude grounded 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directional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should concentrate at grounding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On real Bedmap2 geometry, the intrusion signal piles up at the grounding line</a:t>
            </a:r>
          </a:p>
        </p:txBody>
      </p:sp>
      <p:pic>
        <p:nvPicPr>
          <p:cNvPr id="5" name="Picture 4" descr="rtn_bed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3206"/>
            <a:ext cx="6766560" cy="3123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6 km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median dist. to GL (RTN&gt;1)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222 km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median for all other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monotonic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decays smoothly inland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RTN&gt;1 concentration vs distance-to-grounding-line (Bedmap2).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signal survives an independent dataset — so it isn't an artifact of one map</a:t>
            </a:r>
          </a:p>
        </p:txBody>
      </p:sp>
      <p:pic>
        <p:nvPicPr>
          <p:cNvPr id="5" name="Picture 4" descr="rtn_bed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3206"/>
            <a:ext cx="6766560" cy="31230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2.5 / 1.4 / 0.8%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RTN&gt;1 fraction, φ=0.8/0.9/0.95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r = 0.970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BedMachine vs Bedmap2 thickness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10/10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loader tests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Independent BedMachine v4 cross-check (decimated to 2 km).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reproduces on an independent thickness inversion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Our first guess for surge timing — ice thermal diffusion — is wrong by ~80,000×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τ_ice ≈ 151,000 yr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thermal-diffusion lag on 131 lakes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0.02–2 yr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observed post-drainage 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~8×10⁴× too slow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a clean, diagnostic falsification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B3261A"/>
                </a:solidFill>
                <a:latin typeface="Calibri"/>
              </a:rPr>
              <a:t>FALSIFIED  —  thermal sliding-lag kernel, on real geometry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memory isn't in the ice — it's in the plumbing, and it's an exact memory kernel</a:t>
            </a:r>
          </a:p>
        </p:txBody>
      </p:sp>
      <p:pic>
        <p:nvPicPr>
          <p:cNvPr id="5" name="Picture 4" descr="h3_cmn_reduc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1530"/>
            <a:ext cx="6766560" cy="26063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hydrology, not ice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where the memory lives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exact MZ kernel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kernel = Green's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7×10⁻¹⁸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certified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Reduced cavity↔channel memory model vs full trajectory.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same MZ structure certified in Paper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Bet three is an honest null on open data — and we can say exactly why</a:t>
            </a:r>
          </a:p>
        </p:txBody>
      </p:sp>
      <p:pic>
        <p:nvPicPr>
          <p:cNvPr id="5" name="Picture 4" descr="lake_lag_its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3458"/>
            <a:ext cx="6766560" cy="26025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+0.56σ, 0/5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no significant lag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temporal aliasing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sub-annual lag vs quarterly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fix: sub-annual GPS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the route to a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Matched lake-drainage → velocity lag (CryoSat-2 + ITS_LIVE).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B57A00"/>
                </a:solidFill>
                <a:latin typeface="Calibri"/>
              </a:rPr>
              <a:t>OPEN  —  unverifiable here for a stated, fixable reason — not a refutation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We can read the sliding law off the surface — three independent ways</a:t>
            </a:r>
          </a:p>
        </p:txBody>
      </p:sp>
      <p:pic>
        <p:nvPicPr>
          <p:cNvPr id="5" name="Picture 4" descr="sn_mast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9" y="1600200"/>
            <a:ext cx="5061202" cy="374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|s_N| = m/(1−(N_c/N)^m)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closed-form, verified 1.4×10⁻⁴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3 probes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drainage / ocean-thermal / tides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N_c to a few %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+ ungrounding early-warning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s_N(N) master curve and inversion.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And the tidal forcing it relies on is measured, not assumed</a:t>
            </a:r>
          </a:p>
        </p:txBody>
      </p:sp>
      <p:pic>
        <p:nvPicPr>
          <p:cNvPr id="5" name="Picture 4" descr="tidal_forcing_g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444"/>
            <a:ext cx="6766560" cy="2114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0.30%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median tidal swing / overburden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0.21% → 0.45%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grows toward the grounding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145A32"/>
                </a:solidFill>
                <a:latin typeface="Calibri"/>
              </a:rPr>
              <a:t>n = 1108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valid grounding-zone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Tidal pressure swing vs distance-to-grounding-line (CATS2008 × BedMachine).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the forcing magnitude is measured (CATS2008 × BedMachine)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What is verified, what is falsified, what is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66160" cy="457200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3566160" cy="3840480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RTN GL concentration (Bedmap2 + BedMachine)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MZ kernel structure (round-off)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s_N(N) master curve (1.4×10⁻⁴)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Tidal forcing measured (CATS2008)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737360"/>
            <a:ext cx="3566160" cy="457200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FALSIFIED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194560"/>
            <a:ext cx="3566160" cy="3840480"/>
          </a:xfrm>
          <a:prstGeom prst="rect">
            <a:avLst/>
          </a:prstGeom>
          <a:solidFill>
            <a:srgbClr val="F8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Thermal (τ_ice) sliding-lag kernel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Surge memory living in ice thermics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737360"/>
            <a:ext cx="3566160" cy="457200"/>
          </a:xfrm>
          <a:prstGeom prst="rect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2194560"/>
            <a:ext cx="3566160" cy="3840480"/>
          </a:xfrm>
          <a:prstGeom prst="rect">
            <a:avLst/>
          </a:prstGeom>
          <a:solidFill>
            <a:srgbClr val="F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Matched lag (honest null; aliasing)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Ro thinning vs hydraulic (needs DInSAR)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Absolute s_N calibration (per-event)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E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takeaway: real forecasts you can lose — and a method that pays off when you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verify / falsify / null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all reported the same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productive falsification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wrong clock → right clock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145A32"/>
                </a:solidFill>
                <a:latin typeface="Calibri"/>
              </a:rPr>
              <a:t>public + reproducible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github.com/oss2444/K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4 · Hydrology forecasts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